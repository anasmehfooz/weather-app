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6384" y="914400"/>
            <a:ext cx="103628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548640" rtlCol="0" anchor="ctr"/>
          <a:lstStyle/>
          <a:p>
            <a:pPr algn="ctr">
              <a:spcAft>
                <a:spcPts val="2000"/>
              </a:spcAft>
              <a:defRPr sz="1400" b="1">
                <a:solidFill>
                  <a:srgbClr val="16A085"/>
                </a:solidFill>
              </a:defRPr>
            </a:pPr>
            <a:r>
              <a:rPr dirty="0"/>
              <a:t>IU INTERNATIONALE HOCHSCHULE</a:t>
            </a:r>
          </a:p>
          <a:p>
            <a:pPr>
              <a:spcAft>
                <a:spcPts val="1000"/>
              </a:spcAft>
              <a:defRPr sz="3200" b="1">
                <a:solidFill>
                  <a:srgbClr val="1A2B4C"/>
                </a:solidFill>
              </a:defRPr>
            </a:pPr>
            <a:r>
              <a:rPr dirty="0" err="1"/>
              <a:t>WeatherSync</a:t>
            </a:r>
            <a:r>
              <a:rPr dirty="0"/>
              <a:t> - Smart Activity &amp; Task Planner</a:t>
            </a:r>
          </a:p>
          <a:p>
            <a:pPr>
              <a:spcAft>
                <a:spcPts val="3000"/>
              </a:spcAft>
              <a:defRPr sz="2000">
                <a:solidFill>
                  <a:srgbClr val="2980B9"/>
                </a:solidFill>
              </a:defRPr>
            </a:pPr>
            <a:r>
              <a:rPr dirty="0"/>
              <a:t>Portfolio Phase 1: Conceptual Design Presentation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rPr dirty="0"/>
              <a:t>Course: Project Java and Web Development (DLBCSPJWD01)</a:t>
            </a:r>
            <a:br>
              <a:rPr dirty="0"/>
            </a:br>
            <a:r>
              <a:rPr dirty="0"/>
              <a:t>Student Name: Anas </a:t>
            </a:r>
            <a:r>
              <a:rPr dirty="0" err="1"/>
              <a:t>Mehfooz</a:t>
            </a:r>
            <a:br>
              <a:rPr dirty="0"/>
            </a:br>
            <a:r>
              <a:rPr dirty="0"/>
              <a:t>Matriculation Number: </a:t>
            </a:r>
            <a:r>
              <a:rPr lang="en-US" dirty="0"/>
              <a:t>42309507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rPr lang="en-US" dirty="0"/>
              <a:t>                                                                                                                                                             </a:t>
            </a:r>
            <a:r>
              <a:rPr lang="de-DE" sz="1400" dirty="0"/>
              <a:t>Professor: - Dr. </a:t>
            </a:r>
            <a:r>
              <a:rPr lang="en-DE" sz="1400" dirty="0"/>
              <a:t>Christian Remfert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1: Envisioned Web Application Concept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Core Application Idea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Name: WeatherSync - Weather-Aware Task &amp; Activity Planner.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Core Purpose: Web app connecting daily task management with real-time weather forecasts.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Problem Addressed: Users misplan outdoor tasks when checking weather apps separately from planners.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Solution: Automatically checks weather metrics and calculates activity suitability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Key Features &amp; Vision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Weather Dashboard: Real-time 5-day weather view synced with task schedule.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Suitability Engine: Backend algorithm scoring outdoor tasks against forecast data.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Location Search: Weather lookup across multiple cities.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Responsive Web UI: Smooth layout on smartphones, tablets, and desktops.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2: Target User Groups &amp; Primary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1. Active Individuals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Profile: Runners, cyclists, outdoor fitness enthusiasts.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Needs: Hourly forecasts, rain warnings, dry weather windows.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Use Case: Plan a 10km run during the dryest hour of the afternoon.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2. Remote Workers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Profile: People balancing work, outdoor breaks, and chores.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Needs: Efficient daily scheduling combining work and outdoor breaks.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Use Case: Schedule lawn mowing or errands during sunny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3. Event Planners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Profile: Families and groups organizing weekend trips or outdoor events.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Needs: Multi-city weather lookup and flexible scheduling.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Use Case: Compare weather across 3 nearby destinations.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3: Key User Benefits &amp;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Time Savings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Eliminates switching between separate calendar, task manager, and weather apps.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Instant weather-suitability tags on every planned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Smart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Backend logic warns users of rain or poor weather before outdoor tasks.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Recommends alternative indoor time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Multi-Device Compatibility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Fully responsive layout designed with modern CSS (Flexbox &amp; Grid).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Provides clear readability on mobile, tablet, and desktop displays.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Clean Interface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Clear visual layout with weather icons, temperature badges, and task cards.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Quick search and filter features for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4: Technical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Frontend Layer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HTML5: Semantic markup structure.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CSS3: Custom CSS variables, Flexbox/Grid layout, responsive media queries.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JavaScript (ES6+): Dynamic DOM updates, async fetch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Backend Layer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Node.js: Asynchronous JavaScript runtime.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Express.js: RESTful API server routing.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Storage: Local JSON file storage (`tasks.json`).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External API Integration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External API: Open-Meteo REST API.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Backend Proxy: Weather API is called strictly from the Node.js server.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Server transforms raw weather data into activity suitability scores for the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5: Functional Scope &amp; Dynamic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Dynamic Interaction 1: Weather Lookup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1. User enters location/city name.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2. Client sends HTTP GET request to `/api/weather?city=X`.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3. Backend calls Open-Meteo API and calculates suitability score.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4. Backend returns formatted JSON payload.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5. Client JS dynamically renders forecast widgets without page reload.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Dynamic Interaction 2: Task CRUD Operations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1. User creates, updates, or completes a task.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2. Client JS posts HTTP request to `/api/tasks`.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3. Backend validates input and saves to local storage.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4. Backend returns updated task array.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5. Client dynamically updates task list UI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690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 MEHFOOZ</cp:lastModifiedBy>
  <cp:revision>3</cp:revision>
  <dcterms:created xsi:type="dcterms:W3CDTF">2013-01-27T09:14:16Z</dcterms:created>
  <dcterms:modified xsi:type="dcterms:W3CDTF">2026-08-06T11:06:00Z</dcterms:modified>
  <cp:category/>
</cp:coreProperties>
</file>