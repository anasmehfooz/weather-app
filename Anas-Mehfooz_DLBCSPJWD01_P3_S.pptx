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1036289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457200"/>
          <a:lstStyle/>
          <a:p>
            <a:pPr algn="ctr">
              <a:spcAft>
                <a:spcPts val="1500"/>
              </a:spcAft>
              <a:defRPr sz="1400" b="1">
                <a:solidFill>
                  <a:srgbClr val="16A085"/>
                </a:solidFill>
              </a:defRPr>
            </a:pPr>
            <a:r>
              <a:t>IU INTERNATIONALE HOCHSCHULE</a:t>
            </a:r>
          </a:p>
          <a:p>
            <a:pPr>
              <a:spcAft>
                <a:spcPts val="1000"/>
              </a:spcAft>
              <a:defRPr sz="3000" b="1">
                <a:solidFill>
                  <a:srgbClr val="1A2B4C"/>
                </a:solidFill>
              </a:defRPr>
            </a:pPr>
            <a:r>
              <a:t>WeatherSync - Smart Activity &amp; Task Planner</a:t>
            </a:r>
          </a:p>
          <a:p>
            <a:pPr>
              <a:spcAft>
                <a:spcPts val="2000"/>
              </a:spcAft>
              <a:defRPr sz="1800">
                <a:solidFill>
                  <a:srgbClr val="2980B9"/>
                </a:solidFill>
              </a:defRPr>
            </a:pPr>
            <a:r>
              <a:t>Portfolio Phase 3: Finalization &amp; Project Abstract Presentation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Course: Project Java and Web Development (DLBCSPJWD01)</a:t>
            </a:r>
            <a:br/>
            <a:r>
              <a:t>Student Name: Anas Mehfooz</a:t>
            </a:r>
            <a:br/>
            <a:r>
              <a:t>Matriculation Number: [Your Matriculation Number]</a:t>
            </a:r>
            <a:br/>
            <a:r>
              <a:t>GitHub Repository: https://github.com/AnasMehfooz/Weather-App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085"/>
                </a:solidFill>
              </a:defRPr>
            </a:pPr>
            <a:r>
              <a:t>PHASE 1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B4C"/>
                </a:solidFill>
              </a:defRPr>
            </a:pPr>
            <a:r>
              <a:t>Slide 1: Concept &amp; Purpose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</a:defRPr>
            </a:pPr>
            <a:r>
              <a:t>Core Application Idea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</a:defRPr>
            </a:pPr>
            <a:r>
              <a:t>• Name: WeatherSync - Intelligent Weather-Aware Task Planner.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</a:defRPr>
            </a:pPr>
            <a:r>
              <a:t>• Purpose: Connects daily tasks with real-time weather metrics.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</a:defRPr>
            </a:pPr>
            <a:r>
              <a:t>• Problem Addressed: Users misplan outdoor tasks due to isolated weather/calendar tools.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</a:defRPr>
            </a:pPr>
            <a:r>
              <a:t>• Solution: Automatically evaluates weather metrics and calculates suitability scores.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</a:defRPr>
            </a:pPr>
            <a:r>
              <a:t>Key Features &amp; Vision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</a:defRPr>
            </a:pPr>
            <a:r>
              <a:t>• Interactive Dashboard: Real-time weather forecast synced with task list.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</a:defRPr>
            </a:pPr>
            <a:r>
              <a:t>• Smart Suitability Engine: Backend algorithm scores weather against tasks.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</a:defRPr>
            </a:pPr>
            <a:r>
              <a:t>• Multi-City Lookup: Location search across international cities.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</a:defRPr>
            </a:pPr>
            <a:r>
              <a:t>• Responsive UI: Fluid readability across mobile, tablet, and desktop.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085"/>
                </a:solidFill>
              </a:defRPr>
            </a:pPr>
            <a:r>
              <a:t>PHASE 3 FINAL 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B4C"/>
                </a:solidFill>
              </a:defRPr>
            </a:pPr>
            <a:r>
              <a:t>Slide 13: Project Abstract - Technical Approach &amp;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</a:defRPr>
            </a:pPr>
            <a:r>
              <a:t>System Architecture &amp; Data Flow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</a:defRPr>
            </a:pPr>
            <a:r>
              <a:t>1. Client Layer: Single Page Application built with vanilla HTML5, CSS3, and modern ES6+ JS.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</a:defRPr>
            </a:pPr>
            <a:r>
              <a:t>2. API Gateway: Express.js server routes incoming weather lookups and task CRUD calls.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</a:defRPr>
            </a:pPr>
            <a:r>
              <a:t>3. Integration Layer: Backend handles Open-Meteo REST API calls, avoiding CORS and hiding third-party structures.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</a:defRPr>
            </a:pPr>
            <a:r>
              <a:t>4. Persistence Layer: Structured JSON storage (`tasks.json`) ensures task durability.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</a:defRPr>
            </a:pPr>
            <a:r>
              <a:t>Design Decisions &amp; Engineering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</a:defRPr>
            </a:pPr>
            <a:r>
              <a:t>• Zero Heavy Framework Overhead: Built with lightweight native Web APIs for rapid loading and minimal bundle size.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</a:defRPr>
            </a:pPr>
            <a:r>
              <a:t>• Modular Separation of Concerns: Backend handles business logic and calculations; client focuses purely on DOM rendering.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</a:defRPr>
            </a:pPr>
            <a:r>
              <a:t>• Secure External Integration: Strict proxy pattern ensures external API is never accessed directly from the browser.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085"/>
                </a:solidFill>
              </a:defRPr>
            </a:pPr>
            <a:r>
              <a:t>PHASE 3 FINAL 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B4C"/>
                </a:solidFill>
              </a:defRPr>
            </a:pPr>
            <a:r>
              <a:t>Slide 14: Project Development Journey &amp; Iteration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</a:defRPr>
            </a:pPr>
            <a:r>
              <a:t>Development Milestones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</a:defRPr>
            </a:pPr>
            <a:r>
              <a:t>• Milestone 1 (Conception): Architectural design, target user persona mapping, API candidate selection.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</a:defRPr>
            </a:pPr>
            <a:r>
              <a:t>• Milestone 2 (Backend Core): Node.js + Express setup, Open-Meteo geocoding &amp; forecast pipeline, suitability algorithm.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</a:defRPr>
            </a:pPr>
            <a:r>
              <a:t>• Milestone 3 (Frontend &amp; UI): Glassmorphism stylesheet, CSS grid layout, responsive breakpoints.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</a:defRPr>
            </a:pPr>
            <a:r>
              <a:t>• Milestone 4 (Testing &amp; Quality): Automated Node test suite, code documentation, README setup.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</a:defRPr>
            </a:pPr>
            <a:r>
              <a:t>Key Challenges &amp; Solutions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</a:defRPr>
            </a:pPr>
            <a:r>
              <a:t>• Challenge 1: Weather API Rate Limits &amp; Structure -&gt; Solution: Server-side caching &amp; payload transformation.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</a:defRPr>
            </a:pPr>
            <a:r>
              <a:t>• Challenge 2: Weather Code Diversity -&gt; Solution: Mapped WMO standard weather codes into 11 human-readable categories.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</a:defRPr>
            </a:pPr>
            <a:r>
              <a:t>• Challenge 3: Responsive Spacing -&gt; Solution: Flexbox auto-wrapping and relative REM typography.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085"/>
                </a:solidFill>
              </a:defRPr>
            </a:pPr>
            <a:r>
              <a:t>PHASE 3 LESSONS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B4C"/>
                </a:solidFill>
              </a:defRPr>
            </a:pPr>
            <a:r>
              <a:t>Slide 15: Lessons Learned &amp; Future Technical Outlook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</a:defRPr>
            </a:pPr>
            <a:r>
              <a:t>Technical &amp; Pedagogical Insights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</a:defRPr>
            </a:pPr>
            <a:r>
              <a:t>• Importance of Backend API Proxying: Learned how server-side API consumption improves security and payload control.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</a:defRPr>
            </a:pPr>
            <a:r>
              <a:t>• Native Web Standards Mastery: Gained deep expertise in vanilla DOM manipulation, CSS Flexbox/Grid, and async/await fetch patterns.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</a:defRPr>
            </a:pPr>
            <a:r>
              <a:t>• Automated QA Value: Unit testing mathematical scoring algorithms prevents regression during UI updates.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</a:defRPr>
            </a:pPr>
            <a:r>
              <a:t>Future Enhancements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</a:defRPr>
            </a:pPr>
            <a:r>
              <a:t>• Database Upgrade: Migrate from local JSON file storage to MongoDB or PostgreSQL for multi-user authentication.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</a:defRPr>
            </a:pPr>
            <a:r>
              <a:t>• Calendar Sync: Integration with Google Calendar API / iCal.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</a:defRPr>
            </a:pPr>
            <a:r>
              <a:t>• Push Notifications: Browser Web Push API for sudden weather change alerts.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