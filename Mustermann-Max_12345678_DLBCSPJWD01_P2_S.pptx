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spcAft>
                <a:spcPts val="1500"/>
              </a:spcAft>
              <a:defRPr sz="1400" b="1">
                <a:solidFill>
                  <a:srgbClr val="16A085"/>
                </a:solidFill>
              </a:defRPr>
            </a:pPr>
            <a:r>
              <a:t>IU INTERNATIONALE HOCHSCHULE</a:t>
            </a:r>
          </a:p>
          <a:p>
            <a:pPr>
              <a:spcAft>
                <a:spcPts val="1000"/>
              </a:spcAft>
              <a:defRPr sz="3000" b="1">
                <a:solidFill>
                  <a:srgbClr val="1A2B4C"/>
                </a:solidFill>
              </a:defRPr>
            </a:pPr>
            <a:r>
              <a:t>WeatherSync - Smart Activity &amp; Task Planner</a:t>
            </a:r>
          </a:p>
          <a:p>
            <a:pPr>
              <a:spcAft>
                <a:spcPts val="2000"/>
              </a:spcAft>
              <a:defRPr sz="1800">
                <a:solidFill>
                  <a:srgbClr val="2980B9"/>
                </a:solidFill>
              </a:defRPr>
            </a:pPr>
            <a:r>
              <a:t>Portfolio Phase 2: Development &amp; Reflection Presentation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Course: Project Java and Web Development (DLBCSPJWD01)</a:t>
            </a:r>
            <a:br/>
            <a:r>
              <a:t>Student Name: [Your Name]</a:t>
            </a:r>
            <a:br/>
            <a:r>
              <a:t>Matriculation Number: [Your Matriculation Number]</a:t>
            </a:r>
            <a:br/>
            <a:r>
              <a:t>Public GitHub Repository: https://github.com/YourUsername/WeatherSync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1: Envisioned Web Application Concept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Core Application Idea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Name: WeatherSync - Intelligent Weather-Aware Task &amp; Activity Planner.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Core Purpose: Connects daily task management with real-time weather forecasts to optimize activity planning.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Problem Addressed: Users misplan outdoor tasks because weather apps &amp; planners operate separately.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Solution: Automatically evaluates weather metrics and calculates outdoor activity suitability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Key Features &amp; Vision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Interactive Dashboard: Real-time weather forecast synced with task list.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Smart Suitability Engine: Backend algorithm scores weather against outdoor task suitability.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Multi-City Lookup: Location search across international cities.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Responsive UI: Fluid readability across smartphones, tablets, and desktop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2: Target User Groups &amp; Primary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1. Active Individuals &amp; Athletes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Runners, cyclists, hikers, outdoor fitness enthusiasts.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Hourly forecasts, rain warnings, dry activity windows.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Scenario: Plan a 10km run at the dryest, mildest hour.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2. Remote Workers &amp; Professionals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People balancing work, outdoor breaks, and chores.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Efficient daily scheduling combining work and outdoor breaks.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Scenario: Schedule outdoor errands during sunny work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3. Event &amp; Travel Planners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Families organizing weekend trips or outdoor events.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Multi-city weather lookup and flexible scheduling.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Scenario: Compare weather across 3 nearby trip destinations.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3: Key User Benefits &amp;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⏱️ Time &amp; Effort Optimization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Eliminates switching between separate calendar, task manager, and weather apps.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Instant weather-suitability tags on every planned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💡 Smart Weather-Aware Recommendations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intelligence automatically warns users of upcoming rain or severe weather.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Recommends alternative indoor time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📱 Seamless Multi-Device Experience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Fully responsive layout designed with modern CSS Flexbox &amp; Grid.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Provides optimal readability on mobile phones, tablets, and desktop displays.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🎯 Clean &amp; Intuitive User Interface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Clear visual hierarchy with weather icons, temperature badges, and task cards.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Instant search and filter capabilities by priority and weather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4: Technical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HTML5: Semantic structure (nav, section, main, footer).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CSS3: Custom styles, Flexbox/Grid layouts, media queries for responsiveness.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JavaScript (ES6+): Dynamic DOM manipulation, asynchronous fetch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Node.js: Asynchronous JavaScript runtime.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Express.js: Lightweight RESTful API server routing.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Fetch API: Backend client to consume third-party weather API.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Data Storage: JSON file storage (`tasks.json`).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External API &amp; Rules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External API: Open-Meteo REST API.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Strict Compliance: External API is ONLY consumed by Node.js backend.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transforms raw API payload into activity suitability score before sending to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5: Functional Scope &amp; Dynamic Backend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1: Weather &amp; Activity Query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1. User enters location/city in search bar.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2. Frontend sends HTTP GET request to `/api/weather?city=X`.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3. Backend fetches raw forecast from Open-Meteo API, calculates suitability score.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4. Backend returns transformed JSON payload.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5. Frontend JS dynamically renders forecast widgets without page reload.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2: Task CRUD &amp; Weather Tagging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1. User creates, edits, or completes a task (e.g. 'Cycling').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2. Frontend JS posts HTTP request to `/api/tasks`.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3. Backend validates input, pairs task with weather conditions, and persists to storage.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4. Backend sends updated task list response.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5. Frontend dynamically updates UI task list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DEVELOPMENT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6: Overview of Final Technology Stack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Frontend Technologies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HTML5: Semantic markup ensuring strong accessibility.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CSS3: Custom CSS variables, Glassmorphism, CSS Grid &amp; Flexbox layout.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Vanilla JS (ES6+): Asynchronous HTTP fetch client, state management, event listeners.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Google Fonts: Outfit font family for modern aesthetic typography.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Backend &amp; Database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Node.js (v24): High performance asynchronous execution engine.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Express.js (v4.21): Middleware routing and REST API construction.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CORS &amp; Body Parser: Cross-origin &amp; JSON payload handling.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JSON Storage (`tasks.json`): Lightweight persistent task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Testing &amp; External Integration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Open-Meteo REST API: Free, high-accuracy global weather &amp; geocoding data.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Strict Backend Proxying: Zero client-side API key or endpoint leaks.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 Test Runner (`node:test`): Coded automated unit and integration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UI SCREENSHOTS &amp;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7: Web Application Desktop Interface &amp;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Desktop UI Breakdown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Header &amp; Search Bar: Real-time city search input with instant backend trigger.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Left Column - Weather Dashboard: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Hero weather card with current temperature, icon, wind, rain probability.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Dynamic Suitability Meter: Color-coded progress bar (red/yellow/green) with suitability recommendation.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- 5-Hour Outlook: Compact hourly forecast widgets.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Right Column - Interactive Task Manager: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Category filter tabs (All, Outdoor, Indoor).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Quick-add form with title input, category selector, outdoor flag.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Design Aesthetics &amp; User Experience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Color Palette: Dark Slate theme (`#0f172a`), Sky Blue accents (`#38bdf8`), Emerald Green indicators (`#34d399`).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Glassmorphism: Translucent frosted card backgrounds with subtle border reflections.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Visual Hierarchy: Clean typography, distinct status badges, and micro-interactions on hover.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 Page Reloads: Asynchronous JS fetch guarantees instant visual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RESPONSIVENESS &amp;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8: Responsive Layout (Mobile &amp; Tablet Viewports)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Mobile Viewport Adaptation (&lt; 900px)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 Media Query Breakpoint: `@media (max-width: 900px)`.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Single-Column Stacking: 2-column grid gracefully collapses into a vertical single-column layout.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Touch-Friendly Search: Full-width search bar with large tap targets (minimum 44px height).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Scrollable Task Container: Task list remains contained with vertical scrolling to prevent page overflow.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Compact Hourly Cards: 5-hour weather metrics adjust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Tablet Viewport &amp; Readability Assurance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Fluid Viewport Scaling: Flexbox containers auto-fit available screen width.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Readable Typography: Responsive rem-based font sizes prevent text clipping.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Contrast &amp; Accessibility: High contrast ratio between light typography (`#f8fafc`) and dark slate cards.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Tested Across Devices: Verified on Desktop (1920x1080), Tablet (768x1024), and Smartphone (375x812).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TECHNICAL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9: Dynamic Features &amp; Backend Communication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1: Weather Lookup &amp; Scoring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Client Action: User enters city and clicks 'Fetch Weather'.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Processing: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1. Queries Open-Meteo Geocoding API -&gt; converts city to lat/lon.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2. Queries Forecast API -&gt; receives current weather &amp; hourly data.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3. Calculates suitability algorithm score (0-100%).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4. Sends enriched JSON back to client.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DOM Update: Client JS renders weather hero, animates suitability progress bar, and updates hourly outlook.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2: Task CRUD Operations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CREATE (POST `/api/tasks`): Adds task with category &amp; outdoor tag.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READ (GET `/api/tasks`): Retrieves stored tasks on page load.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UPDATE (PUT `/api/tasks/:id`): Toggles task completion status.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DELETE (DELETE `/api/tasks/:id`): Removes task from persistent storage.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Filter Interaction: Client-side JavaScript instantly filters tasks (All/Outdoor/Indoor) without server re-fetching.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REFLECTION &amp; REFINEMENTS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10: Conception Proposal vs. Final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Implemented Refinements &amp; Enhancements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Extended Suitability Algorithm: Added specific penalties for severe WMO weather codes (thunderstorms, heavy snow, rain).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Category Filter Tabs: Introduced client-side task category filtering (All, Outdoor, Indoor) to improve task management.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Persistent Storage: Implemented local file-based JSON storage (`tasks.json`) to persist task state across server restarts.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Glassmorphism Design System: Enhanced UI aesthetics using modern CSS backdrops, soft radial background gradients, and smooth progress bar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Adherence to Initial Proposal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Technology Stack: Fully maintained Node.js + Express.js backend and Vanilla HTML/CSS/JS frontend as proposed in Phase 1.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API Compliance: Adhered strictly to the mandate that external APIs must only be consumed by the backend server.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Criteria Fulfillment: Delivered 2+ dynamic interactions, responsive design, code documentation, and automated test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11: Software Testing &amp; Automated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Coded Test Cases (`tests/server.test.js`)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Case 1: Suitability Calculation - Ideal Weather Conditions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Inputs: 20°C, 0% rain, 10 km/h wind, clear sky.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Expected Output: 100% suitability score.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Case 2: Suitability Calculation - Adverse Weather Conditions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Inputs: 5°C, 80% rain probability, 35 km/h wind.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Expected Output: Score &lt; 30% (Poor condition recommendation).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Case 3: Task Object Data Integrity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Validates prefix ID formatting, boolean outdoor flag, and allowed status strings ('pending' / 'completed').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Automated Test Execution Results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Testing Framework: Node.js native test runner (`node --test`).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Execution Output: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✔ Suitability Calculation - Ideal Conditions (Passed)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✔ Suitability Calculation - Adverse Weather Conditions (Passed)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✔ Task Data Integrity Validation (Passed)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Result Summary: 3/3 tests passed, 0 failures, 100% assertion success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VIDEO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12: Screencast Demonstration &amp; Video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Screencast Overview (1-2 Min Video)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Screencast Content Overview: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1. Desktop View Demonstration: Live weather lookup for Berlin/Munich, interactive suitability score calculation, adding &amp; completing tasks.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2. Responsive Mobile &amp; Tablet View Demonstration: Resizing browser window to show single-column layout collapse and mobile-friendly tap targets.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3. Subtitles / Voice-over: Explaining dynamic API data flow and task management.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Embedded Video Note: The screencast MP4 video is embedded directly into this PowerPoint presentation slide as required for PebblePad submission.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Public Repository Link: https://github.com/YourUsername/WeatherSync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