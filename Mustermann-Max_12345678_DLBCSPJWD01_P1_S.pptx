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/>
          <a:lstStyle/>
          <a:p>
            <a:pPr algn="ctr">
              <a:spcAft>
                <a:spcPts val="2000"/>
              </a:spcAft>
              <a:defRPr sz="1400" b="1">
                <a:solidFill>
                  <a:srgbClr val="16A085"/>
                </a:solidFill>
              </a:defRPr>
            </a:pPr>
            <a:r>
              <a:t>IU INTERNATIONALE HOCHSCHULE</a:t>
            </a:r>
          </a:p>
          <a:p>
            <a:pPr>
              <a:spcAft>
                <a:spcPts val="1000"/>
              </a:spcAft>
              <a:defRPr sz="3200" b="1">
                <a:solidFill>
                  <a:srgbClr val="1A2B4C"/>
                </a:solidFill>
              </a:defRPr>
            </a:pPr>
            <a:r>
              <a:t>WeatherSync - Smart Activity &amp; Task Planner</a:t>
            </a:r>
          </a:p>
          <a:p>
            <a:pPr>
              <a:spcAft>
                <a:spcPts val="3000"/>
              </a:spcAft>
              <a:defRPr sz="2000">
                <a:solidFill>
                  <a:srgbClr val="2980B9"/>
                </a:solidFill>
              </a:defRPr>
            </a:pPr>
            <a:r>
              <a:t>Portfolio Phase 1: Conceptual Design Presentation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Course: Project Java and Web Development (DLBCSPJWD01)</a:t>
            </a:r>
            <a:br/>
            <a:r>
              <a:t>Student Name: [Your Name]</a:t>
            </a:r>
            <a:br/>
            <a:r>
              <a:t>Matriculation Number: [Your Matriculation Number]</a:t>
            </a:r>
            <a:br/>
            <a:r>
              <a:t>Date: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DLBCSPJWD01 - PORTFOLIO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1: Envisioned Web Application Concept &amp;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Core Application Idea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Name: WeatherSync - Intelligent Weather-Aware Task &amp; Activity Planner.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Core Purpose: A dynamic web application that connects daily task management with real-time weather forecasts to optimize outdoor &amp; indoor schedule planning.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Problem Addressed: Users frequently misplan outdoor activities (sports, commuting, errands, events) due to checking weather apps separately from their task planners.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Solution: WeatherSync automatically evaluates local weather metrics (temperature, precipitation, wind) and recommends the best time slots for user tasks.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Key Features &amp; Vision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Interactive Dashboard: Real-time 5-day weather view synchronized with user schedule.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Smart Suitability Engine: Backend algorithm scores outdoor tasks (e.g., 'Jogging', 'Car Wash') against current weather conditions.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Location-Based Tracking: Seamless weather lookup for multiple user-defined cities.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Responsive Web UI: Works smoothly across smartphones, tablets, and desktop computers.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DLBCSPJWD01 - PORTFOLIO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2: Target User Groups &amp; Primary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1. Active Individuals &amp; Athletes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Profile: Runners, cyclists, hikers, and outdoor fitness enthusiasts.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Needs: Precise hourly forecasts, rain warnings, and optimal activity windows.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Example Scenario: Plan a 10km run at the dryest, mildest hour of the afternoon.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2. Remote Workers &amp; Professionals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Profile: Busy individuals balancing work, outdoor breaks, and daily household chores.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Needs: Efficient daily scheduling combining indoor work sessions with outdoor errands.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Example Scenario: Automatically schedule lawn mowing or errands during sunny work breaks.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3. Event &amp; Travel Planners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Profile: Families and groups organizing weekend trips, picnics, or outdoor events.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Needs: Multi-city weather lookup and flexible event scheduling.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Example Scenario: Compare weather across 3 nearby destinations for a weekend trip.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DLBCSPJWD01 - PORTFOLIO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3: Key User Benefits &amp; Value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⏱️ Time &amp; Effort Optimization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Eliminates manually switching between separate calendar, task manager, and weather forecast apps.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Instant weather-suitability tags on every planned 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💡 Smart Weather-Aware Recommendations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Backend intelligence automatically warns users of upcoming rain or severe weather before outdoor tasks.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Recommends alternative indoor time slots.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📱 Seamless Multi-Device Experience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Fully responsive layout designed with modern CSS (Flexbox &amp; Grid).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Provides optimal readability on mobile phones, tablets, and desktop displays.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023360"/>
            <a:ext cx="512064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🎯 Clean &amp; Intuitive User Interface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Clear visual hierarchy with weather icons, temperature badges, and interactive task cards.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Instant search and filter capabilities by priority and weather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DLBCSPJWD01 - PORTFOLIO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4: Technical Architecture &amp;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Frontend Layer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HTML5: Semantic structure (nav, section, main, footer).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CSS3: Custom styles, CSS variables, Flexbox/Grid layouts, media queries for responsiveness.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JavaScript (ES6+): Dynamic DOM manipulation, asynchronous fetch requests, event handling.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Backend Layer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Node.js: High-performance asynchronous JavaScript runtime.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Express.js: Lightweight RESTful API server routing and middleware.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Axios / Fetch: Backend client to consume third-party weather API.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Data Persistence: JSON file storage / MongoDB (Mongoose).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External API &amp; Compliance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External API: Open-Meteo REST API (or OpenWeatherMap API).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Strict Guideline Adherence: External API is ONLY consumed by the Node.js backend.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Backend transforms raw API data into refined activity scores before delivering to frontend.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DLBCSPJWD01 - PORTFOLIO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5: Functional Scope &amp; Dynamic Aspects (Req. 2+ Interactions)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Dynamic Interaction 1: Weather &amp; Activity Query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1. User enters location/city in Frontend JS input.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2. Frontend sends HTTP GET request to Node.js Backend `/api/weather?city=X`.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3. Backend fetches raw forecast from Open-Meteo API, calculates task suitability score.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4. Backend returns processed weather JSON payload.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5. Frontend JS dynamically renders forecast widgets &amp; suitability badges without page refresh.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Dynamic Interaction 2: Task CRUD &amp; Weather Tagging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1. User creates, edits, or completes a task (e.g. 'Cycling at 4 PM').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2. Frontend JS posts HTTP POST/PUT/DELETE request to Backend `/api/tasks`.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3. Backend validates input, pairs task with weather conditions, and persists to database/storage.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4. Backend sends updated task list response back.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5. Frontend dynamically updates UI task list &amp; weather status icons instantly.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